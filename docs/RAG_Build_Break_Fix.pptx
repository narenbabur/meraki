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In-domain</c:v>
                  </c:pt>
                  <c:pt idx="1">
                    <c:v>Multi-hop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</c:v>
                </c:pt>
                <c:pt idx="1">
                  <c:v>0.46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In-domain</c:v>
                  </c:pt>
                  <c:pt idx="1">
                    <c:v>Multi-hop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0.89</c:v>
                </c:pt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Faithfulness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In-domain</c:v>
                  </c:pt>
                  <c:pt idx="1">
                    <c:v>Multi-hop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0.98</c:v>
                </c:pt>
                <c:pt idx="1">
                  <c:v>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MERAKI LABS · WORK TRIAL · PS1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Pipeline: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59436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pPr indent="0" marL="0">
              <a:buNone/>
            </a:pPr>
            <a:r>
              <a:rPr lang="en-US" sz="5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indent="0" marL="0">
              <a:buNone/>
            </a:pPr>
            <a:r>
              <a:rPr lang="en-US" sz="5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pPr indent="0" marL="0">
              <a:buNone/>
            </a:pPr>
            <a:r>
              <a:rPr lang="en-US" sz="50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·  </a:t>
            </a:r>
            <a:pPr indent="0" marL="0">
              <a:buNone/>
            </a:pPr>
            <a:r>
              <a:rPr lang="en-US" sz="5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retrieval-augmented QA system over ~20 arXiv ML papers — stress-tested, measured, and hardened.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NarenBabuR   ·   github.com/NarenBabuR/meraki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RAG pipeline. Break it. Fix it. Prove it with eval.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question over a domain-rich corpus → get a grounded, cited answer — or an honest “I don’t know.”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pipeline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+ Python API over 20 arXiv ML papers (7.3k chunks)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9202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93008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9300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93008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 framework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93008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(4 metrics) + a deterministic abstention metric, 26-question gold set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92024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0216" y="21488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30021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0216" y="2743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/ Break / Fix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0216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failure modes documented, 1 fixed — with before/after eval scores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workflows, one shared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INDEX-TIME  (once)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PDFs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20240" y="169164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39696" y="169164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39696" y="16916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249424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+ section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02736" y="169164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22192" y="169164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22192" y="16916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parent→child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285232" y="169164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504688" y="169164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04688" y="16916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(BGE)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67728" y="169164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187184" y="169164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87184" y="1691640"/>
            <a:ext cx="64008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296912" y="169164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 (per question)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017520"/>
            <a:ext cx="64008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0175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920240" y="301752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139696" y="301752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139696" y="3017520"/>
            <a:ext cx="64008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2" name="Text 30"/>
          <p:cNvSpPr/>
          <p:nvPr/>
        </p:nvSpPr>
        <p:spPr>
          <a:xfrm>
            <a:off x="2249424" y="30175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602736" y="301752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3822192" y="301752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22192" y="3017520"/>
            <a:ext cx="64008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0" y="30175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25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85232" y="301752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504688" y="301752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04688" y="3017520"/>
            <a:ext cx="64008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0" name="Text 38"/>
          <p:cNvSpPr/>
          <p:nvPr/>
        </p:nvSpPr>
        <p:spPr>
          <a:xfrm>
            <a:off x="5614416" y="30175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 + gate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3017520"/>
            <a:ext cx="219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187184" y="3017520"/>
            <a:ext cx="1463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87184" y="3017520"/>
            <a:ext cx="64008" cy="56692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4" name="Text 42"/>
          <p:cNvSpPr/>
          <p:nvPr/>
        </p:nvSpPr>
        <p:spPr>
          <a:xfrm>
            <a:off x="7296912" y="3017520"/>
            <a:ext cx="129844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merge→parents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85800" y="3977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(Sonnet 4.6) </a:t>
            </a:r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answers only from retrieved context, cites sources, abstains when nothing is relevant.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&amp; TRADEOFFS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Runnable beats fancy: one key, no cloud infra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embeddings + rerank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BGE-small + cross-encoder run on-device. Only Claude needs a key — free, reproducible, offline retrieval.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371600"/>
            <a:ext cx="82296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361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ChromaDB, embedded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937760" y="19385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on disk. No server, no Docker. The right altitude for a single-node demo.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82296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for gen + judge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31520" y="3538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generates and judges eval. One vendor, one secret.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82296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1363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Ported patterns, not infra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937760" y="35387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chunking / two-stage retrieval / rerank ideas from a heavy prod repo — dropped AWS, Redis, SQS, paid PDF libs.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Small-to-big: match small, answer big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small children for precise matching — return the larger parent to the LLM for context. Every chunk tagged with its paper section.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840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 ~1024 chars  (returned to LLM)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542032"/>
            <a:ext cx="3474720" cy="365760"/>
          </a:xfrm>
          <a:prstGeom prst="rect">
            <a:avLst/>
          </a:prstGeom>
          <a:solidFill>
            <a:srgbClr val="5EEAD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4203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~256  (embedded + searched)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980944"/>
            <a:ext cx="3474720" cy="365760"/>
          </a:xfrm>
          <a:prstGeom prst="rect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980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~256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3419856"/>
            <a:ext cx="3474720" cy="365760"/>
          </a:xfrm>
          <a:prstGeom prst="rect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41985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~256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858768"/>
            <a:ext cx="3474720" cy="365760"/>
          </a:xfrm>
          <a:prstGeom prst="rect">
            <a:avLst/>
          </a:prstGeom>
          <a:solidFill>
            <a:srgbClr val="E6FBF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child ~256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05740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51460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children embed cleanly — less noise per vector.</a:t>
            </a:r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still sees the full surrounding passage.</a:t>
            </a:r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metadata (Abstract, §3 Method, …).</a:t>
            </a:r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Toggle: 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SMALL_TO_BIG; flat chunking still available.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stages + a relevance gate that knows when to stop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then narrow: </a:t>
            </a:r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→ cosine search (25) → cross-encoder rerank → keep what clears the bar.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cross-encoder cleanly separates relevant from off-topic — so it doubles as an abstention gate: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in-domain  +5 to +8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vs      </a:t>
            </a:r>
            <a:pPr indent="0" marL="0">
              <a:buNone/>
            </a:pPr>
            <a:r>
              <a:rPr lang="en-US" sz="1500" b="1" dirty="0">
                <a:solidFill>
                  <a:srgbClr val="D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out-of-domain  −7 to −10</a:t>
            </a:r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→  gate at −3.0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→ 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→ final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142 ms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320040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retrieval (p95 229)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calls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943600" y="3913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LLM when it abstains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“A system with no eval is one you cannot improve.”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536192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417320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Precision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697480" y="141732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retrieved chunks relevant &amp; ranked?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03120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984248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Recall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97480" y="1984248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find the chunks the answer needs?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670048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551176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Faithfulness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2551176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answer grounded — no hallucination?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18104"/>
            <a:ext cx="46634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236976"/>
            <a:ext cx="256032" cy="25603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118104"/>
            <a:ext cx="1737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Relevancy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3118104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actually address the question?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1417320"/>
            <a:ext cx="3291840" cy="228600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 5th, deterministic metric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92024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/ hallucination rate — no LLM judge, fully reproducible. The right tool for “did it refuse the unanswerable?” (Ragas wasn’t — slide 12).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set: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hand-curated Q&amp;A  —  18 in-domain · 4 multi-hop · 4 out-of-domain (unanswerable).   Judge: Claude Sonnet 4.6.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in-domain; multi-hop is the weak spot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41732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26480" y="15361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Out-of-domain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~0 by design — the system abstains. Those are good zeros.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943600" y="3017520"/>
            <a:ext cx="2743200" cy="150876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26480" y="3127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read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3419856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precision 0.46 is the clearest gap — retrieval finds one hop, not both.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Small-to-big vs flat: a measured tradeoff, not a free win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3832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1024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0" y="1371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691640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Faithfulness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169164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1691640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0.98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0" y="1691640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+0.07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258568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 latency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5856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327 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22585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142 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2258568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−57%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8229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825496"/>
            <a:ext cx="2651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precision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282549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0" y="2825496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825496"/>
            <a:ext cx="1188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−0.09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100584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drop is a metric artifact.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scores each returned unit; a 1024-char parent holds the answer plus context, so it reads as “less precise” even though retrieval found the answer and faithfulness went up. Shipped small-to-big as default — faithfulness + citations matter most.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#1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off reranking → answers get less grounded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cross-encoder, worse children are selected → worse parents → the LLM’s answer is less faithful.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9728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— rerank 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214884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120640" y="2103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0.85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512064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— rerank OFF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0.76 → 0.71.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flat index the same flag hit precision far harder (0.85→0.63) — parent-merging absorbs it and the damage resurfaces as faithfulness. Same cause, different metric.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#2  ·  THE KEY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modes are config-specific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wants an instruction prefix on queries only. Forgetting it is an invisible bug — and its impact flips with the chunking strategy: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886200" cy="13716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Flat 1024 chunks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323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4C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 0.93 → 0.83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−10 pt 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2011680"/>
            <a:ext cx="3886200" cy="13716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Small-to-big (shipped)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4323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 0.89 → 0.94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8529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vanished (within noise)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mode is a property of a configuration, not of “RAG.” A chunking change masked a 10-point bug. Only re-running the eval revealed it — the case for an eval gate in CI.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Abstention: refuse what the corpus can’t answer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gate returns no context on out-of-domain queries + a strict “answer only from context” prompt.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3383280" cy="182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C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05156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unanswerable questions get confident, fabricated answers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338328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1031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23957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983480" y="320040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on out-of-domain — declines all four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Cost, named honestly: 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18 in-domain questions (6%) is now over-refused. The safety/coverage tradeoff, made measurable.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EVAL DISAGREES WITH JUDGMENT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 built a second metric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abstention with Ragas faithfulness gave a number that swung with judge AND config — same behavior, different signal: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120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202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judge · flat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63240" y="19202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→ 0.18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9202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drop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120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774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judge · flat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3774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0.50 → 0.50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6280" y="23774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1206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83464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judge · small-to-big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3240" y="28346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 → 0.21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2628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drop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920240"/>
            <a:ext cx="2926080" cy="1316736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0" y="230428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scores answers vs context. Gated OOD has no context → “faithful to nothing” is degenerate.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5204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relevancy rewards the wrong thing:  </a:t>
            </a:r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fix OFF raises Answer Relevancy 0.00 → 0.50 — a confident “Canberra” reads as relevant; an honest “I don’t know” scores zero. A single metric would rank the unsafe system higher. </a:t>
            </a:r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metric to the question.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breaks at 100k+ users — and what I’d fix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8521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embeddings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514600" y="1371600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single-thread CPU → blocks under load.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embed service (TEI/GPU) + batching + query cache.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73152" cy="58521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2996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ChromaDB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14600" y="2029968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Single-node, file-backed, no replication.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2029968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/ pgvector with HNSW + read replicas.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88336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688336"/>
            <a:ext cx="73152" cy="58521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68833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Anthropic API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14600" y="2688336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RPM/TPM limits; spikes → 429s; cost.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577840" y="2688336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limiter + backoff, prompt cache, Haiku routing.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46704"/>
            <a:ext cx="82296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46704"/>
            <a:ext cx="73152" cy="58521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4670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14600" y="3346704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4C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rerun per click; no auth; in-process state.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77840" y="3346704"/>
            <a:ext cx="3017520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FastAPI backend + real frontend.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fix is organizational: </a:t>
            </a:r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this eval in CI so quality can’t silently regress (see Break #2).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 cut, and where I’d invest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Deliberately not built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accounts / chat history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k8s / CI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dense search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query decomposition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eval data (hand-curated instead)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/ tables / figures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023360" cy="3017520"/>
          </a:xfrm>
          <a:prstGeom prst="rect">
            <a:avLst/>
          </a:prstGeom>
          <a:solidFill>
            <a:srgbClr val="0B1F3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B1F3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I’d tackle next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gold set to 100+ (firmer subsets)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retrieval (lift 0.46 precision)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child size + learn the gate threshold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for exact-term queries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 in CI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Build / Break / Fix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0" y="48280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60120"/>
            <a:ext cx="146304" cy="32004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I’d defend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9552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is the product.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a 10-pt bug a chunking change had hidden.</a:t>
            </a:r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number.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Relevancy ranked the unsafe system higher; only slicing + multiple metrics told the truth.</a:t>
            </a:r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metric to the question.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needed a behavioral metric, not faithfulness.</a:t>
            </a:r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improvement is a tradeoff. 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Small-to-big bought faithfulness + speed for precision; abstention bought safety for 6% coverage.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github.com/NarenBabuR/meraki      ·      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Pipeline: Build, Break, Fix</dc:title>
  <dc:subject>PptxGenJS Presentation</dc:subject>
  <dc:creator>NarenBabuR</dc:creator>
  <cp:lastModifiedBy>NarenBabuR</cp:lastModifiedBy>
  <cp:revision>1</cp:revision>
  <dcterms:created xsi:type="dcterms:W3CDTF">2026-05-31T17:21:42Z</dcterms:created>
  <dcterms:modified xsi:type="dcterms:W3CDTF">2026-05-31T17:21:42Z</dcterms:modified>
</cp:coreProperties>
</file>